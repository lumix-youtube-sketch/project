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Gelasio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73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6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EPIC KNIGHT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85855"/>
            <a:ext cx="53551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Аркадная игра — Проект Яндекс Лицея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803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Авторы: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Матвей Мешков, Денис Таболин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9620"/>
            <a:ext cx="1058108" cy="292418"/>
          </a:xfrm>
          <a:prstGeom prst="roundRect">
            <a:avLst>
              <a:gd name="adj" fmla="val 6981"/>
            </a:avLst>
          </a:prstGeom>
          <a:solidFill>
            <a:srgbClr val="33221A"/>
          </a:solidFill>
          <a:ln/>
        </p:spPr>
      </p:sp>
      <p:sp>
        <p:nvSpPr>
          <p:cNvPr id="3" name="Text 1"/>
          <p:cNvSpPr/>
          <p:nvPr/>
        </p:nvSpPr>
        <p:spPr>
          <a:xfrm>
            <a:off x="895826" y="820579"/>
            <a:ext cx="8540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КОНЦЕПЦИЯ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112996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Идея проекта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79414"/>
            <a:ext cx="3221355" cy="53369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1641" y="3825240"/>
            <a:ext cx="8332470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Динамичный аркадный платформер в темно-фантазийном сеттинге. Игрок управляет отважным рыцарем, сражающимся с волнами врагов в мрачном замке.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11641" y="4832747"/>
            <a:ext cx="8332470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 — пройти уровни, победить врагов и одолеть финального босса в эпичной битве.</a:t>
            </a:r>
            <a:endParaRPr lang="en-US" sz="2000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4629188-85F2-BB05-1342-D12A6BF3A5CF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172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Жанр и стиль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906441"/>
            <a:ext cx="3180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Аркадный платформер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9685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Быстрый геймплей с упором на реакцию и точность управления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906441"/>
            <a:ext cx="29352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Пиксель-арт графика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3968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Яркие персонажи на фоне кинематографичных темных локаций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Темная атмосфера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39685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Контраст светлого героя и мрачного мира врагов</a:t>
            </a:r>
            <a:endParaRPr lang="en-US" sz="175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1E15B08-48AD-427E-C196-5BF740D6DCAE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3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Главный герой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9235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9235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Управление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4006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Плавное перемещение влево-вправо, отзывчивые контролы для точных прыжков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59235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59235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Боевая система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4006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Ближние атаки мечом, система урона и временной неуязвимости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59235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59235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здоровья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4006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HP-бар, возможность получать урон от врагов и окружения</a:t>
            </a:r>
            <a:endParaRPr lang="en-US" sz="175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9E51D4C-FEC9-8BBD-B9A2-551434B10EE9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3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Враги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67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Парящие тени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48852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Фиолетовые враги, которые преследуют игрока по всему уровню. Наносят урон при контакте.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78730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 каждой волной их количество и агрессивность возрастают, создавая нарастающую сложность.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249" y="2577703"/>
            <a:ext cx="5564862" cy="4123134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996BD72-AAA0-5B41-E8E3-0524C2439847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88" y="1865352"/>
            <a:ext cx="6748105" cy="44987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9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Финальный босс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258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503765"/>
            <a:ext cx="3414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Высокий запас здоровья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2994184"/>
            <a:ext cx="49905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Требует стратегического подхода и выносливости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1736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4251484"/>
            <a:ext cx="33341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Агрессивное поведение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741902"/>
            <a:ext cx="49905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Непредсказуемые атаки и активное преследование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92133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999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Эпичная арена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489621"/>
            <a:ext cx="49905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Специальная локация для решающей битвы</a:t>
            </a:r>
            <a:endParaRPr lang="en-US" sz="1750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F240956-5F66-C76C-EAAD-438996DD8E8C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9D3AF20-22CA-4E63-17E8-1C40645E34EF}"/>
              </a:ext>
            </a:extLst>
          </p:cNvPr>
          <p:cNvSpPr/>
          <p:nvPr/>
        </p:nvSpPr>
        <p:spPr>
          <a:xfrm>
            <a:off x="12318715" y="7316391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68385"/>
            <a:ext cx="129051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C49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443990"/>
            <a:ext cx="10031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МЕХАНИКИ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005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Игровые системы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49535"/>
            <a:ext cx="2411968" cy="2411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644991"/>
            <a:ext cx="29683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Физика платформера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13541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Гравитация, прыжки, взаимодействие с поверхностями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49535"/>
            <a:ext cx="2411968" cy="24119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56449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Боевая механика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13541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ближнего боя с анимациями атак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49535"/>
            <a:ext cx="2411968" cy="24119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56449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Урон и защита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613541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Получение урона и период неуязвимости</a:t>
            </a:r>
            <a:endParaRPr lang="en-US" sz="175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43A117A-3956-226A-D123-E6C77536F324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63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Дизайн уровней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10408"/>
            <a:ext cx="8284131" cy="3727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6196" y="2263611"/>
            <a:ext cx="1449718" cy="448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Основной уровень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376196" y="2775393"/>
            <a:ext cx="1449718" cy="53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Длинный скролл с травянистыми платформами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4484" y="3480836"/>
            <a:ext cx="321109" cy="3211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8258" y="5494611"/>
            <a:ext cx="1457684" cy="17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ПОРТАЛ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6545" y="4651763"/>
            <a:ext cx="321109" cy="3211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84561" y="2258134"/>
            <a:ext cx="1449718" cy="224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Арена босса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984561" y="2545887"/>
            <a:ext cx="1449718" cy="716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Закрытое драматичное пространство для сражения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6745" y="3448974"/>
            <a:ext cx="321108" cy="3211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3790" y="6293406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Переход от основного уровня к финальной арене создает нарастающее напряжение и кульминацию игрового опыта.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475589" y="2055257"/>
            <a:ext cx="4531876" cy="5168027"/>
          </a:xfrm>
          <a:prstGeom prst="roundRect">
            <a:avLst>
              <a:gd name="adj" fmla="val 751"/>
            </a:avLst>
          </a:prstGeom>
          <a:solidFill>
            <a:srgbClr val="C49F8C"/>
          </a:solidFill>
          <a:ln/>
        </p:spPr>
      </p:sp>
      <p:sp>
        <p:nvSpPr>
          <p:cNvPr id="14" name="Text 8"/>
          <p:cNvSpPr/>
          <p:nvPr/>
        </p:nvSpPr>
        <p:spPr>
          <a:xfrm>
            <a:off x="9702403" y="279642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Основной уровень</a:t>
            </a:r>
            <a:endParaRPr lang="en-US" sz="2650" dirty="0"/>
          </a:p>
        </p:txBody>
      </p:sp>
      <p:sp>
        <p:nvSpPr>
          <p:cNvPr id="15" name="Text 9"/>
          <p:cNvSpPr/>
          <p:nvPr/>
        </p:nvSpPr>
        <p:spPr>
          <a:xfrm>
            <a:off x="9702403" y="3448526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Длинный скроллящийся ландшафт с травяными платформами и подземными слоями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9702403" y="47640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Арена босса</a:t>
            </a:r>
            <a:endParaRPr lang="en-US" sz="2650" dirty="0"/>
          </a:p>
        </p:txBody>
      </p:sp>
      <p:sp>
        <p:nvSpPr>
          <p:cNvPr id="17" name="Text 11"/>
          <p:cNvSpPr/>
          <p:nvPr/>
        </p:nvSpPr>
        <p:spPr>
          <a:xfrm>
            <a:off x="9702403" y="5416153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Закрытое пространство для финальной битвы с драматичным окружением</a:t>
            </a:r>
            <a:endParaRPr lang="en-US" sz="1750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FD6C8FE-739A-DE53-95A4-9CC52041CDFC}"/>
              </a:ext>
            </a:extLst>
          </p:cNvPr>
          <p:cNvSpPr/>
          <p:nvPr/>
        </p:nvSpPr>
        <p:spPr>
          <a:xfrm>
            <a:off x="12534472" y="7383780"/>
            <a:ext cx="1962364" cy="763627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07751"/>
            <a:ext cx="1762958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2130147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2075736"/>
            <a:ext cx="12186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ТЕХНОЛОГИИ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5247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Стек разработки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573661"/>
            <a:ext cx="4196358" cy="2648069"/>
          </a:xfrm>
          <a:prstGeom prst="roundRect">
            <a:avLst>
              <a:gd name="adj" fmla="val 1285"/>
            </a:avLst>
          </a:prstGeom>
          <a:solidFill>
            <a:srgbClr val="373433"/>
          </a:solidFill>
          <a:ln/>
        </p:spPr>
      </p:sp>
      <p:sp>
        <p:nvSpPr>
          <p:cNvPr id="7" name="Shape 4"/>
          <p:cNvSpPr/>
          <p:nvPr/>
        </p:nvSpPr>
        <p:spPr>
          <a:xfrm>
            <a:off x="1020604" y="38004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C49F8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3987522"/>
            <a:ext cx="306110" cy="306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0604" y="47077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1020604" y="526911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Основной язык программирования проекта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5216962" y="3573661"/>
            <a:ext cx="4196358" cy="2648069"/>
          </a:xfrm>
          <a:prstGeom prst="roundRect">
            <a:avLst>
              <a:gd name="adj" fmla="val 1285"/>
            </a:avLst>
          </a:prstGeom>
          <a:solidFill>
            <a:srgbClr val="373433"/>
          </a:solidFill>
          <a:ln/>
        </p:spPr>
      </p:sp>
      <p:sp>
        <p:nvSpPr>
          <p:cNvPr id="12" name="Shape 8"/>
          <p:cNvSpPr/>
          <p:nvPr/>
        </p:nvSpPr>
        <p:spPr>
          <a:xfrm>
            <a:off x="5443776" y="38004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C49F8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3987522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3776" y="47077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Arcade Library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5443776" y="526911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Библиотека для создания 2D-игр с физикой и графикой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9640133" y="3573661"/>
            <a:ext cx="4196358" cy="2648069"/>
          </a:xfrm>
          <a:prstGeom prst="roundRect">
            <a:avLst>
              <a:gd name="adj" fmla="val 1285"/>
            </a:avLst>
          </a:prstGeom>
          <a:solidFill>
            <a:srgbClr val="373433"/>
          </a:solidFill>
          <a:ln/>
        </p:spPr>
      </p:sp>
      <p:sp>
        <p:nvSpPr>
          <p:cNvPr id="17" name="Shape 12"/>
          <p:cNvSpPr/>
          <p:nvPr/>
        </p:nvSpPr>
        <p:spPr>
          <a:xfrm>
            <a:off x="9866948" y="38004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C49F8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4114" y="3987522"/>
            <a:ext cx="306110" cy="3061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66948" y="47077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Pillow</a:t>
            </a:r>
            <a:endParaRPr lang="en-US" sz="2650" dirty="0"/>
          </a:p>
        </p:txBody>
      </p:sp>
      <p:sp>
        <p:nvSpPr>
          <p:cNvPr id="20" name="Text 14"/>
          <p:cNvSpPr/>
          <p:nvPr/>
        </p:nvSpPr>
        <p:spPr>
          <a:xfrm>
            <a:off x="9866948" y="526911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Обработка и работа с графическими ресурсами</a:t>
            </a:r>
            <a:endParaRPr lang="en-US" sz="1750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2195C26-3249-5101-8098-3E3C5A447E03}"/>
              </a:ext>
            </a:extLst>
          </p:cNvPr>
          <p:cNvSpPr/>
          <p:nvPr/>
        </p:nvSpPr>
        <p:spPr>
          <a:xfrm>
            <a:off x="12318715" y="7234198"/>
            <a:ext cx="2178121" cy="913209"/>
          </a:xfrm>
          <a:prstGeom prst="round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</Words>
  <Application>Microsoft Office PowerPoint</Application>
  <PresentationFormat>Произвольный</PresentationFormat>
  <Paragraphs>68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Gelasio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Матвей</dc:creator>
  <cp:lastModifiedBy>janek szef</cp:lastModifiedBy>
  <cp:revision>3</cp:revision>
  <dcterms:created xsi:type="dcterms:W3CDTF">2026-02-04T18:31:21Z</dcterms:created>
  <dcterms:modified xsi:type="dcterms:W3CDTF">2026-02-04T18:36:58Z</dcterms:modified>
</cp:coreProperties>
</file>